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60" r:id="rId5"/>
    <p:sldId id="259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35075"/>
            <a:ext cx="7424420" cy="3336925"/>
          </a:xfrm>
        </p:spPr>
        <p:txBody>
          <a:bodyPr/>
          <a:lstStyle/>
          <a:p>
            <a:r>
              <a:rPr lang="en-US" sz="3600" b="1">
                <a:latin typeface="Times New Roman" panose="02020603050405020304" charset="0"/>
                <a:cs typeface="Times New Roman" panose="02020603050405020304" charset="0"/>
              </a:rPr>
              <a:t>LISTS &amp; STRINGS</a:t>
            </a:r>
            <a:br>
              <a:rPr lang="en-US" sz="3600" b="1">
                <a:latin typeface="Times New Roman" panose="02020603050405020304" charset="0"/>
                <a:cs typeface="Times New Roman" panose="02020603050405020304" charset="0"/>
              </a:rPr>
            </a:br>
            <a:endParaRPr lang="en-US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734060"/>
          </a:xfrm>
        </p:spPr>
        <p:txBody>
          <a:bodyPr>
            <a:normAutofit fontScale="90000"/>
          </a:bodyPr>
          <a:lstStyle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LIST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0625"/>
            <a:ext cx="8229600" cy="5522595"/>
          </a:xfrm>
        </p:spPr>
        <p:txBody>
          <a:bodyPr>
            <a:noAutofit/>
          </a:bodyPr>
          <a:lstStyle/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What is a List? A List is a collection of data used to store multiple items in a single variable.Lists can contain different data types.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Lists are: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 Ordered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 Mutable (can be modified)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 Allow duplicate values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Example num = [1,2,3,4,5,6,7]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fruits = ["Apple", "Mango", "Cherry", "Pineapple", "Melon"]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AutoNum type="arabicPeriod"/>
              <a:defRPr sz="2000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Accessing List Elements</a:t>
            </a:r>
            <a:endParaRPr lang="en-US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Positive Indexing (+). Starts from 0. Access elements using their position.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Example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: num = [1,2,3,4,5,6,7]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                   print(num[3])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                   print(num[5])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.</a:t>
            </a: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 Negative Indexing (-):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Starts from -1 (last element)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Example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: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print(num[-1])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                   print(num[-3])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98145"/>
            <a:ext cx="8229600" cy="6108065"/>
          </a:xfrm>
        </p:spPr>
        <p:txBody>
          <a:bodyPr>
            <a:noAutofit/>
          </a:bodyPr>
          <a:lstStyle/>
          <a:p>
            <a:pPr marL="0" indent="0">
              <a:buNone/>
              <a:defRPr sz="2000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3. Slicing: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 Used to extract a portion (subset) of a list.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Example: num = [1,2,3,4,5,6,7]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45720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print(num[1:3])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>
              <a:buNone/>
              <a:defRPr sz="2000"/>
            </a:pPr>
            <a:r>
              <a:rPr lang="en-US" altLang="en-US" sz="16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4. Adding Elements</a:t>
            </a:r>
            <a:endParaRPr lang="en-US" altLang="en-US" sz="16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0">
              <a:defRPr sz="2000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append():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Adds one element and inserts at the end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>
              <a:buNone/>
              <a:defRPr sz="2000"/>
            </a:pP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Example:  n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fruits.append("Banana")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45720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fruits.append("Orange")I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lvl="0">
              <a:defRPr sz="2000"/>
            </a:pPr>
            <a:r>
              <a:rPr lang="en-US" altLang="en-US" sz="16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Insert(): </a:t>
            </a: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Adds an element at a specific position</a:t>
            </a:r>
            <a:endParaRPr lang="en-US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Example: 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fruits.insert(2,"Banana")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>
              <a:buNone/>
              <a:defRPr sz="2000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5. Removing Elements:</a:t>
            </a:r>
            <a:endParaRPr lang="en-US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 lvl="0">
              <a:defRPr sz="2000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remove()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: Removes by value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Example: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fruits.remove("Banana")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lvl="0">
              <a:defRPr sz="2000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pop()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: Removes by index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Example: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numbers.pop(0)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lvl="0">
              <a:defRPr sz="2000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clear():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 Removes all elements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Example: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numbers.clear().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>
              <a:buNone/>
              <a:defRPr sz="2000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6. Sorting Lists</a:t>
            </a:r>
            <a:endParaRPr lang="en-US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 lvl="0">
              <a:defRPr sz="2000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Ascending Order: </a:t>
            </a:r>
            <a:endParaRPr lang="en-US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Example: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numbers.sort()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lvl="0">
              <a:defRPr sz="2000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Descending Order:</a:t>
            </a:r>
            <a:endParaRPr lang="en-US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Example: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 numbers.sort(reverse=True)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695325"/>
          </a:xfrm>
        </p:spPr>
        <p:txBody>
          <a:bodyPr>
            <a:normAutofit fontScale="90000"/>
          </a:bodyPr>
          <a:lstStyle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STRINGS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72820"/>
            <a:ext cx="8229600" cy="5531485"/>
          </a:xfrm>
        </p:spPr>
        <p:txBody>
          <a:bodyPr>
            <a:noAutofit/>
          </a:bodyPr>
          <a:lstStyle/>
          <a:p>
            <a:pPr marL="0" indent="0">
              <a:buNone/>
              <a:defRPr sz="2000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String: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A string is a sequence of characters enclosed in: Single quotes ' ', Double quotes " ", Triple quotes ''' ''' or """ """. 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They are: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 Ordered,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 Immutable (cannot be changed), 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Supports indexing and slicing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 Example: nam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e = "Python" 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1. Accessing Characters: </a:t>
            </a:r>
            <a:endParaRPr lang="en-US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Positive Index: Starts from 0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Example: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text = "Python"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45720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print(text[0])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2000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Negative Index: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Starts from -1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Example: 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 = "Python"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45720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print(text[-1])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0" lvl="1" indent="457200">
              <a:buNone/>
              <a:defRPr sz="2000"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2.  String Slicing: 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Used to extract a part of a string.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Example: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text = "Python"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                 print(text[1:4])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/>
          <p:nvPr>
            <p:ph idx="1"/>
          </p:nvPr>
        </p:nvSpPr>
        <p:spPr>
          <a:xfrm>
            <a:off x="457200" y="327025"/>
            <a:ext cx="8229600" cy="620458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3. Concatenation: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 Join two strings using +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Example: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first = "Hello" , second = "World"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457200">
              <a:buNone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print(first + " " + second)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Repetition: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Repeat a string using *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Example: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print("Hi " * 3)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4. Case Conversion:</a:t>
            </a:r>
            <a:endParaRPr lang="en-US" altLang="en-US" sz="1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upper() → Uppercase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Example: 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text.upper()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lower() → Lowercase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Example: 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text.lower()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capitalize() → First letter capital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title() → Capitalize each word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strip() → Remove spaces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replace() → Replace text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Example: 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text.replace("World", "Python")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find() → Find index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count() → Count occurrences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5. split():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 Converts a string into a list.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Example: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text = "Apple Banana Mango"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457200">
              <a:buNone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print(text.split())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lvl="0"/>
            <a:r>
              <a:rPr lang="en-US" altLang="en-US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join():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Joins list elements into a string.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Example: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words = ["Apple", "Banana", "Mango"]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457200">
              <a:buNone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print(" ".join(words))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2412</Words>
  <Application>WPS Presentation</Application>
  <PresentationFormat>On-screen Show (4:3)</PresentationFormat>
  <Paragraphs>89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SimSun</vt:lpstr>
      <vt:lpstr>Wingdings</vt:lpstr>
      <vt:lpstr>Arial</vt:lpstr>
      <vt:lpstr>Times New Roman</vt:lpstr>
      <vt:lpstr>Microsoft YaHei</vt:lpstr>
      <vt:lpstr>Arial Unicode MS</vt:lpstr>
      <vt:lpstr>Calibri</vt:lpstr>
      <vt:lpstr>Office Theme</vt:lpstr>
      <vt:lpstr>AI Model Overview</vt:lpstr>
      <vt:lpstr>SAM Workflow</vt:lpstr>
      <vt:lpstr>PowerPoint 演示文稿</vt:lpstr>
      <vt:lpstr>SML Workflow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SHIFA FATHIMA</cp:lastModifiedBy>
  <cp:revision>18</cp:revision>
  <dcterms:created xsi:type="dcterms:W3CDTF">2013-01-27T09:14:00Z</dcterms:created>
  <dcterms:modified xsi:type="dcterms:W3CDTF">2026-07-16T11:54:53Z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446E28FF2F1142B99E4417160E49D5F0_13</vt:lpwstr>
  </property>
  <property fmtid="{D5CDD505-2E9C-101B-9397-08002B2CF9AE}" pid="3" name="KSOProductBuildVer">
    <vt:lpwstr>1033-12.1.0.26880</vt:lpwstr>
  </property>
</Properties>
</file>