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0" r:id="rId6"/>
    <p:sldId id="259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35075"/>
            <a:ext cx="7424420" cy="3336925"/>
          </a:xfrm>
        </p:spPr>
        <p:txBody>
          <a:bodyPr/>
          <a:lstStyle/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File Handling &amp; Algorithms in Python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5280"/>
            <a:ext cx="8229600" cy="6336665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File Handling in Python: 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File handling is the process of creating, opening, reading, writing, and closing files. It enables communication between a program and the file system. And ensures safe and efficient data management.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Stores data permanently.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Accesses external files (.txt, .csv, .json, etc.).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Processes large files efficiently.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Automates data storage and retrieval tasks.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Opening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a File: Opens a file for different operations.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Uses the open() function.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Requires file name and file mode.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Closing a File: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Releases system resources.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Saves any pending changes.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Prevents file corruption.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Reading a File: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Reads data stored in a file.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Can read complete or partial content.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Used for retrieving stored information.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Writing a File: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Writes new data into a file.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Creates a new file if it does not exist.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Overwrites existing content in write mode.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0835"/>
            <a:ext cx="8229600" cy="6175375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Using the with Statement: 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Automatically closes the file.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Prevents resource leakage.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Reduces coding errors.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Makes file handling simpler and safer.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9565"/>
            <a:ext cx="8229600" cy="6174740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Introduction to Algorithms: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An algorithm is a finite sequence of well-defined steps used to solve a problem. It provides a systematic approach to computation. Produces the desired output in a finite number of steps.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Solves problems efficiently.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Automates complex tasks.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Improves accuracy and speed.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Used in computer science, engineering, finance, and data analysis.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Searching Algorithms: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Find an element in a collection.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Linear Search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Binary Search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Sorting Algorithms: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Arrange data in ascending or descending order.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Bubble Sort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Selection Sort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Insertion Sort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Merge Sort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Quick Sort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  <a:defRPr sz="2000"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Recursive Algorithms: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Solve problems by calling themselves. It break a problem into smaller versions.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  <a:defRPr sz="2000"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Divide and Conquer Algorithms: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Divide the problem into subproblems.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Solve each subproblem independently.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Combine results to obtain the final solution.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327025"/>
            <a:ext cx="8229600" cy="6204585"/>
          </a:xfrm>
        </p:spPr>
        <p:txBody>
          <a:bodyPr>
            <a:noAutofit/>
          </a:bodyPr>
          <a:p>
            <a:pPr lvl="0"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Merge Sort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Quick Sort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Binary Search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>
              <a:buNone/>
              <a:defRPr sz="2000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Greedy Algorithms: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Choose the best option at each step. Aim for an optimal solution using local decisions.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Activity Selection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Fractional Knapsack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Huffman Coding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Dynamic Programming Algorithms: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Store solutions to smaller subproblems.Avoid repeated calculations. Improve efficiency.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Fibonacci Series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Longest Common Subsequence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Knapsack Problem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Backtracking Algorithms: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Tries different possible solutions. Backtracks when a solution is not valid. Continues until the correct solution is found.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N-Queens Problem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Sudoku Solver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Maze Solving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2373</Words>
  <Application>WPS Presentation</Application>
  <PresentationFormat>On-screen Show (4:3)</PresentationFormat>
  <Paragraphs>75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Calibri</vt:lpstr>
      <vt:lpstr>Office Theme</vt:lpstr>
      <vt:lpstr>PEP8,LEGB, BUILT-IN MODULES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SHIFA FATHIMA</cp:lastModifiedBy>
  <cp:revision>21</cp:revision>
  <dcterms:created xsi:type="dcterms:W3CDTF">2013-01-27T09:14:00Z</dcterms:created>
  <dcterms:modified xsi:type="dcterms:W3CDTF">2026-07-23T11:19:06Z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446E28FF2F1142B99E4417160E49D5F0_13</vt:lpwstr>
  </property>
  <property fmtid="{D5CDD505-2E9C-101B-9397-08002B2CF9AE}" pid="3" name="KSOProductBuildVer">
    <vt:lpwstr>1033-12.1.0.27458</vt:lpwstr>
  </property>
</Properties>
</file>