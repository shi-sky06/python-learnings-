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0" r:id="rId5"/>
    <p:sldId id="259" r:id="rId6"/>
    <p:sldId id="261" r:id="rId7"/>
    <p:sldId id="263" r:id="rId8"/>
    <p:sldId id="264" r:id="rId9"/>
    <p:sldId id="26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685800" y="1235075"/>
            <a:ext cx="7424420" cy="3336925"/>
          </a:xfrm>
        </p:spPr>
        <p:txBody>
          <a:bodyPr/>
          <a:lstStyle/>
          <a:p>
            <a:r>
              <a:rPr lang="en-US" sz="3600" b="1">
                <a:latin typeface="Times New Roman" panose="02020603050405020304" charset="0"/>
                <a:cs typeface="Times New Roman" panose="02020603050405020304" charset="0"/>
              </a:rPr>
              <a:t>Recursion,generators</a:t>
            </a:r>
            <a:br>
              <a:rPr lang="en-US" sz="3600" b="1">
                <a:latin typeface="Times New Roman" panose="02020603050405020304" charset="0"/>
                <a:cs typeface="Times New Roman" panose="02020603050405020304" charset="0"/>
              </a:rPr>
            </a:br>
            <a:endParaRPr lang="en-US" sz="3600" b="1">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35280"/>
            <a:ext cx="8229600" cy="6146800"/>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Lambda Functions in Python:</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 Lambda Function is a small, anonymous (unnamed) function in Python. It is used to create simple functions in a single line without using the def keyword.</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lambda </a:t>
            </a:r>
            <a:r>
              <a:rPr lang="en-US" altLang="en-US" sz="1600">
                <a:latin typeface="Times New Roman" panose="02020603050405020304" charset="0"/>
                <a:cs typeface="Times New Roman" panose="02020603050405020304" charset="0"/>
              </a:rPr>
              <a:t>→ Keyword used to create an anonymous function.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arguments </a:t>
            </a:r>
            <a:r>
              <a:rPr lang="en-US" altLang="en-US" sz="1600">
                <a:latin typeface="Times New Roman" panose="02020603050405020304" charset="0"/>
                <a:cs typeface="Times New Roman" panose="02020603050405020304" charset="0"/>
              </a:rPr>
              <a:t>→ Input parameters.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expression </a:t>
            </a:r>
            <a:r>
              <a:rPr lang="en-US" altLang="en-US" sz="1600">
                <a:latin typeface="Times New Roman" panose="02020603050405020304" charset="0"/>
                <a:cs typeface="Times New Roman" panose="02020603050405020304" charset="0"/>
              </a:rPr>
              <a:t>→ A single expression whose result is returned automatically. </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Example</a:t>
            </a:r>
            <a:r>
              <a:rPr lang="en-US" altLang="en-US" sz="1600">
                <a:latin typeface="Times New Roman" panose="02020603050405020304" charset="0"/>
                <a:cs typeface="Times New Roman" panose="02020603050405020304" charset="0"/>
              </a:rPr>
              <a:t>: square = lambda x: x * x print(square(5))</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Example-2:   </a:t>
            </a:r>
            <a:r>
              <a:rPr lang="en-US" altLang="en-US" sz="1600">
                <a:latin typeface="Times New Roman" panose="02020603050405020304" charset="0"/>
                <a:cs typeface="Times New Roman" panose="02020603050405020304" charset="0"/>
              </a:rPr>
              <a:t>add = lambda a, b: a + b</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print(add(10, 20))</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Features of Lambda Functions: </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Anonymous function (has no name).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Written in a single line.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Can have any number of arguments.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Can contain only one expression.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Returns the result automatically. </a:t>
            </a:r>
            <a:endParaRPr lang="en-US" altLang="en-US" sz="1600">
              <a:latin typeface="Times New Roman" panose="02020603050405020304" charset="0"/>
              <a:cs typeface="Times New Roman" panose="02020603050405020304" charset="0"/>
            </a:endParaRPr>
          </a:p>
          <a:p>
            <a:pPr marL="0" indent="0">
              <a:buNone/>
              <a:defRPr sz="2000"/>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98145"/>
            <a:ext cx="8229600" cy="6108065"/>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Map Function in Python: </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 map() function is a built-in Python function used to apply a specified function to every item in an iterable (such as a list, tuple, or set). It returns a map object, which can be converted into a list, tuple, or set.</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                            Syntax: </a:t>
            </a:r>
            <a:r>
              <a:rPr lang="en-US" altLang="en-US" sz="1600">
                <a:latin typeface="Times New Roman" panose="02020603050405020304" charset="0"/>
                <a:cs typeface="Times New Roman" panose="02020603050405020304" charset="0"/>
              </a:rPr>
              <a:t>map(function, iterable)</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function </a:t>
            </a:r>
            <a:r>
              <a:rPr lang="en-US" altLang="en-US" sz="1600">
                <a:latin typeface="Times New Roman" panose="02020603050405020304" charset="0"/>
                <a:cs typeface="Times New Roman" panose="02020603050405020304" charset="0"/>
              </a:rPr>
              <a:t>→ The function to apply to each element.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iterable </a:t>
            </a:r>
            <a:r>
              <a:rPr lang="en-US" altLang="en-US" sz="1600">
                <a:latin typeface="Times New Roman" panose="02020603050405020304" charset="0"/>
                <a:cs typeface="Times New Roman" panose="02020603050405020304" charset="0"/>
              </a:rPr>
              <a:t>→ A list, tuple, set, or any iterable object.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Return </a:t>
            </a:r>
            <a:r>
              <a:rPr lang="en-US" altLang="en-US" sz="1600">
                <a:latin typeface="Times New Roman" panose="02020603050405020304" charset="0"/>
                <a:cs typeface="Times New Roman" panose="02020603050405020304" charset="0"/>
              </a:rPr>
              <a:t>Value: Returns a map object containing the transformed elements. </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Example:                       def square(x):</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return x * x</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numbers = [1, 2, 3, 4, 5]</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result = list(map(square, numbers))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print(result)</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Features of map():</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Built-in Python function.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Applies the same function to every element of an iterable.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Returns a map object.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Supports one or more iterables.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Commonly used with lambda functions.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Produces cleaner and shorter code than using loops.</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29565"/>
            <a:ext cx="8229600" cy="6174740"/>
          </a:xfrm>
        </p:spPr>
        <p:txBody>
          <a:bodyPr>
            <a:noAutofit/>
          </a:bodyPr>
          <a:lstStyle/>
          <a:p>
            <a:pPr marL="0" indent="0">
              <a:buNone/>
              <a:defRPr sz="2000"/>
            </a:pPr>
            <a:r>
              <a:rPr lang="en-US" altLang="en-US" sz="1600" b="1">
                <a:latin typeface="Times New Roman" panose="02020603050405020304" charset="0"/>
                <a:cs typeface="Times New Roman" panose="02020603050405020304" charset="0"/>
              </a:rPr>
              <a:t>Filter Function in Python:</a:t>
            </a:r>
            <a:endParaRPr lang="en-US" altLang="en-US" sz="1600" b="1">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The filter() function is a built-in Python function used to select elements from an iterable (such as a list, tuple, or set) based on a given condition. It returns only those elements for which the function returns True.</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                             Syntax</a:t>
            </a:r>
            <a:r>
              <a:rPr lang="en-US" altLang="en-US" sz="1600">
                <a:latin typeface="Times New Roman" panose="02020603050405020304" charset="0"/>
                <a:cs typeface="Times New Roman" panose="02020603050405020304" charset="0"/>
              </a:rPr>
              <a:t>:  filter(function, iterable)</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function </a:t>
            </a:r>
            <a:r>
              <a:rPr lang="en-US" altLang="en-US" sz="1600">
                <a:latin typeface="Times New Roman" panose="02020603050405020304" charset="0"/>
                <a:cs typeface="Times New Roman" panose="02020603050405020304" charset="0"/>
              </a:rPr>
              <a:t>→ A function that tests each element and returns True or False.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iterable </a:t>
            </a:r>
            <a:r>
              <a:rPr lang="en-US" altLang="en-US" sz="1600">
                <a:latin typeface="Times New Roman" panose="02020603050405020304" charset="0"/>
                <a:cs typeface="Times New Roman" panose="02020603050405020304" charset="0"/>
              </a:rPr>
              <a:t>→ A list, tuple, set, or any iterable object.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a:t>
            </a:r>
            <a:r>
              <a:rPr lang="en-US" altLang="en-US" sz="1600" b="1">
                <a:latin typeface="Times New Roman" panose="02020603050405020304" charset="0"/>
                <a:cs typeface="Times New Roman" panose="02020603050405020304" charset="0"/>
              </a:rPr>
              <a:t>Returns </a:t>
            </a:r>
            <a:r>
              <a:rPr lang="en-US" altLang="en-US" sz="1600">
                <a:latin typeface="Times New Roman" panose="02020603050405020304" charset="0"/>
                <a:cs typeface="Times New Roman" panose="02020603050405020304" charset="0"/>
              </a:rPr>
              <a:t>a filter object, which can be converted into a list, tuple, or set. </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Example</a:t>
            </a:r>
            <a:r>
              <a:rPr lang="en-US" altLang="en-US" sz="1600">
                <a:latin typeface="Times New Roman" panose="02020603050405020304" charset="0"/>
                <a:cs typeface="Times New Roman" panose="02020603050405020304" charset="0"/>
              </a:rPr>
              <a:t>:    Using a Function:</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def is_even(x):</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return x % 2 == 0</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numbers = [1, 2, 3, 4, 5, 6]</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result = list(filter(is_even, numbers))</a:t>
            </a:r>
            <a:endParaRPr lang="en-US" altLang="en-US" sz="1600">
              <a:latin typeface="Times New Roman" panose="02020603050405020304" charset="0"/>
              <a:cs typeface="Times New Roman" panose="02020603050405020304" charset="0"/>
            </a:endParaRPr>
          </a:p>
          <a:p>
            <a:pPr marL="0" indent="0">
              <a:buNone/>
              <a:defRPr sz="2000"/>
            </a:pPr>
            <a:r>
              <a:rPr lang="en-US" altLang="en-US" sz="1600">
                <a:latin typeface="Times New Roman" panose="02020603050405020304" charset="0"/>
                <a:cs typeface="Times New Roman" panose="02020603050405020304" charset="0"/>
              </a:rPr>
              <a:t>                                               print(result)</a:t>
            </a:r>
            <a:endParaRPr lang="en-US" altLang="en-US" sz="1600">
              <a:latin typeface="Times New Roman" panose="02020603050405020304" charset="0"/>
              <a:cs typeface="Times New Roman" panose="02020603050405020304" charset="0"/>
            </a:endParaRPr>
          </a:p>
          <a:p>
            <a:pPr marL="0" indent="0">
              <a:buNone/>
              <a:defRPr sz="2000"/>
            </a:pPr>
            <a:r>
              <a:rPr lang="en-US" altLang="en-US" sz="1600" b="1">
                <a:latin typeface="Times New Roman" panose="02020603050405020304" charset="0"/>
                <a:cs typeface="Times New Roman" panose="02020603050405020304" charset="0"/>
              </a:rPr>
              <a:t>Features of filter():</a:t>
            </a:r>
            <a:endParaRPr lang="en-US" altLang="en-US" sz="1600" b="1">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Built-in Python function.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Filters elements based on a condition.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Returns a filter object.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Commonly used with lambda functions.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Works with lists, tuples, sets, and other iterables. </a:t>
            </a:r>
            <a:endParaRPr lang="en-US" altLang="en-US" sz="1600">
              <a:latin typeface="Times New Roman" panose="02020603050405020304" charset="0"/>
              <a:cs typeface="Times New Roman" panose="02020603050405020304" charset="0"/>
            </a:endParaRPr>
          </a:p>
          <a:p>
            <a:pPr>
              <a:defRPr sz="2000"/>
            </a:pPr>
            <a:r>
              <a:rPr lang="en-US" altLang="en-US" sz="1600">
                <a:latin typeface="Times New Roman" panose="02020603050405020304" charset="0"/>
                <a:cs typeface="Times New Roman" panose="02020603050405020304" charset="0"/>
              </a:rPr>
              <a:t>Returns only elements that satisfy the given condition.</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400" b="1">
                <a:latin typeface="Times New Roman" panose="02020603050405020304" charset="0"/>
                <a:cs typeface="Times New Roman" panose="02020603050405020304" charset="0"/>
              </a:rPr>
              <a:t>Reduce Function in Python:</a:t>
            </a:r>
            <a:endParaRPr lang="en-US" altLang="en-US" sz="1400" b="1">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The reduce() function is used to repeatedly apply a function to the elements of an iterable until a single value is obtained. It is available in the functools module.</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a:t>
            </a:r>
            <a:r>
              <a:rPr lang="en-US" altLang="en-US" sz="1400" b="1">
                <a:latin typeface="Times New Roman" panose="02020603050405020304" charset="0"/>
                <a:cs typeface="Times New Roman" panose="02020603050405020304" charset="0"/>
              </a:rPr>
              <a:t>function </a:t>
            </a:r>
            <a:r>
              <a:rPr lang="en-US" altLang="en-US" sz="1400">
                <a:latin typeface="Times New Roman" panose="02020603050405020304" charset="0"/>
                <a:cs typeface="Times New Roman" panose="02020603050405020304" charset="0"/>
              </a:rPr>
              <a:t>→ A function that takes two arguments and returns a single value.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a:t>
            </a:r>
            <a:r>
              <a:rPr lang="en-US" altLang="en-US" sz="1400" b="1">
                <a:latin typeface="Times New Roman" panose="02020603050405020304" charset="0"/>
                <a:cs typeface="Times New Roman" panose="02020603050405020304" charset="0"/>
              </a:rPr>
              <a:t>iterable </a:t>
            </a:r>
            <a:r>
              <a:rPr lang="en-US" altLang="en-US" sz="1400">
                <a:latin typeface="Times New Roman" panose="02020603050405020304" charset="0"/>
                <a:cs typeface="Times New Roman" panose="02020603050405020304" charset="0"/>
              </a:rPr>
              <a:t>→ A list, tuple, set, or any iterable object.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a:t>
            </a:r>
            <a:r>
              <a:rPr lang="en-US" altLang="en-US" sz="1400" b="1">
                <a:latin typeface="Times New Roman" panose="02020603050405020304" charset="0"/>
                <a:cs typeface="Times New Roman" panose="02020603050405020304" charset="0"/>
              </a:rPr>
              <a:t>Return </a:t>
            </a:r>
            <a:r>
              <a:rPr lang="en-US" altLang="en-US" sz="1400">
                <a:latin typeface="Times New Roman" panose="02020603050405020304" charset="0"/>
                <a:cs typeface="Times New Roman" panose="02020603050405020304" charset="0"/>
              </a:rPr>
              <a:t>Value→  Returns a single value after processing all the elements. </a:t>
            </a: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Example </a:t>
            </a:r>
            <a:r>
              <a:rPr lang="en-US" altLang="en-US" sz="1400">
                <a:latin typeface="Times New Roman" panose="02020603050405020304" charset="0"/>
                <a:cs typeface="Times New Roman" panose="02020603050405020304" charset="0"/>
              </a:rPr>
              <a:t>1: Function</a:t>
            </a:r>
            <a:endParaRPr lang="en-US" altLang="en-US" sz="1400">
              <a:latin typeface="Times New Roman" panose="02020603050405020304" charset="0"/>
              <a:cs typeface="Times New Roman" panose="02020603050405020304" charset="0"/>
            </a:endParaRPr>
          </a:p>
          <a:p>
            <a:pPr marL="0" indent="0">
              <a:buNone/>
            </a:pPr>
            <a:r>
              <a:rPr lang="en-US" altLang="en-US" sz="1200">
                <a:latin typeface="Times New Roman" panose="02020603050405020304" charset="0"/>
                <a:cs typeface="Times New Roman" panose="02020603050405020304" charset="0"/>
              </a:rPr>
              <a:t>                                          from functools import reduce</a:t>
            </a:r>
            <a:endParaRPr lang="en-US" altLang="en-US" sz="1200">
              <a:latin typeface="Times New Roman" panose="02020603050405020304" charset="0"/>
              <a:cs typeface="Times New Roman" panose="02020603050405020304" charset="0"/>
            </a:endParaRPr>
          </a:p>
          <a:p>
            <a:pPr marL="0" indent="0">
              <a:buNone/>
            </a:pPr>
            <a:r>
              <a:rPr lang="en-US" altLang="en-US" sz="1200">
                <a:latin typeface="Times New Roman" panose="02020603050405020304" charset="0"/>
                <a:cs typeface="Times New Roman" panose="02020603050405020304" charset="0"/>
              </a:rPr>
              <a:t>                                              def add (x, y):</a:t>
            </a:r>
            <a:endParaRPr lang="en-US" altLang="en-US" sz="1200">
              <a:latin typeface="Times New Roman" panose="02020603050405020304" charset="0"/>
              <a:cs typeface="Times New Roman" panose="02020603050405020304" charset="0"/>
            </a:endParaRPr>
          </a:p>
          <a:p>
            <a:pPr marL="0" indent="0">
              <a:buNone/>
            </a:pPr>
            <a:r>
              <a:rPr lang="en-US" altLang="en-US" sz="1200">
                <a:latin typeface="Times New Roman" panose="02020603050405020304" charset="0"/>
                <a:cs typeface="Times New Roman" panose="02020603050405020304" charset="0"/>
              </a:rPr>
              <a:t>                                                      return x + y</a:t>
            </a:r>
            <a:endParaRPr lang="en-US" altLang="en-US" sz="1200">
              <a:latin typeface="Times New Roman" panose="02020603050405020304" charset="0"/>
              <a:cs typeface="Times New Roman" panose="02020603050405020304" charset="0"/>
            </a:endParaRPr>
          </a:p>
          <a:p>
            <a:pPr marL="0" indent="0">
              <a:buNone/>
            </a:pPr>
            <a:r>
              <a:rPr lang="en-US" altLang="en-US" sz="1200">
                <a:latin typeface="Times New Roman" panose="02020603050405020304" charset="0"/>
                <a:cs typeface="Times New Roman" panose="02020603050405020304" charset="0"/>
              </a:rPr>
              <a:t>                                    numbers = [1, 2, 3, 4, 5]</a:t>
            </a:r>
            <a:endParaRPr lang="en-US" altLang="en-US" sz="1200">
              <a:latin typeface="Times New Roman" panose="02020603050405020304" charset="0"/>
              <a:cs typeface="Times New Roman" panose="02020603050405020304" charset="0"/>
            </a:endParaRPr>
          </a:p>
          <a:p>
            <a:pPr marL="914400" lvl="2" indent="457200">
              <a:buNone/>
            </a:pPr>
            <a:r>
              <a:rPr lang="en-US" altLang="en-US" sz="1200">
                <a:latin typeface="Times New Roman" panose="02020603050405020304" charset="0"/>
                <a:cs typeface="Times New Roman" panose="02020603050405020304" charset="0"/>
              </a:rPr>
              <a:t>result = reduce(add, numbers)</a:t>
            </a:r>
            <a:endParaRPr lang="en-US" altLang="en-US" sz="1200">
              <a:latin typeface="Times New Roman" panose="02020603050405020304" charset="0"/>
              <a:cs typeface="Times New Roman" panose="02020603050405020304" charset="0"/>
            </a:endParaRPr>
          </a:p>
          <a:p>
            <a:pPr marL="1371600" lvl="3" indent="457200">
              <a:buNone/>
            </a:pPr>
            <a:r>
              <a:rPr lang="en-US" altLang="en-US" sz="1200">
                <a:latin typeface="Times New Roman" panose="02020603050405020304" charset="0"/>
                <a:cs typeface="Times New Roman" panose="02020603050405020304" charset="0"/>
              </a:rPr>
              <a:t>print(result)</a:t>
            </a: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Features of reduce():</a:t>
            </a:r>
            <a:endParaRPr lang="en-US" altLang="en-US" sz="1400" b="1">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Available in the functools module. </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Applies a function repeatedly to all elements. </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Returns a single value. </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Commonly used with lambda functions. </a:t>
            </a:r>
            <a:endParaRPr lang="en-US" altLang="en-US" sz="1400">
              <a:latin typeface="Times New Roman" panose="02020603050405020304" charset="0"/>
              <a:cs typeface="Times New Roman" panose="02020603050405020304" charset="0"/>
            </a:endParaRPr>
          </a:p>
          <a:p>
            <a:r>
              <a:rPr lang="en-US" altLang="en-US" sz="1400">
                <a:latin typeface="Times New Roman" panose="02020603050405020304" charset="0"/>
                <a:cs typeface="Times New Roman" panose="02020603050405020304" charset="0"/>
              </a:rPr>
              <a:t>Processes elements from left to right.</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400" b="1">
                <a:latin typeface="Times New Roman" panose="02020603050405020304" charset="0"/>
                <a:cs typeface="Times New Roman" panose="02020603050405020304" charset="0"/>
              </a:rPr>
              <a:t>Recursion in Python:</a:t>
            </a:r>
            <a:endParaRPr lang="en-US" altLang="en-US" sz="1400" b="1">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Recursion is a programming technique in which a function calls itself to solve a problem. A recursive function repeatedly calls itself until a base case is reached, which stops the recursion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1.Base Case: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The condition that stops the recursive calls.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Prevents infinite recursion.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2.Recursive Case :</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The function calls itself with modified arguments until the base case is reached. </a:t>
            </a: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Example 1</a:t>
            </a:r>
            <a:r>
              <a:rPr lang="en-US" altLang="en-US" sz="1400">
                <a:latin typeface="Times New Roman" panose="02020603050405020304" charset="0"/>
                <a:cs typeface="Times New Roman" panose="02020603050405020304" charset="0"/>
              </a:rPr>
              <a:t>:   Factorial of a Number</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def factorial(n):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if n == 0 or n == 1:</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return 1</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else: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return n * factorial(n - 1)</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print(factorial(5))</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400" b="1">
                <a:latin typeface="Times New Roman" panose="02020603050405020304" charset="0"/>
                <a:cs typeface="Times New Roman" panose="02020603050405020304" charset="0"/>
              </a:rPr>
              <a:t>Generators in Python:</a:t>
            </a:r>
            <a:endParaRPr lang="en-US" altLang="en-US" sz="1400" b="1">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A generator in Python is a special type of iterator that is used to generate values one at a time instead of storing all values in memory at once. Generators are created using the yield keyword. They allow efficient memory usage and are useful when working with large amounts of data.</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Syntax:                def function_name():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yield value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a:t>
            </a: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Example</a:t>
            </a:r>
            <a:r>
              <a:rPr lang="en-US" altLang="en-US" sz="1400">
                <a:latin typeface="Times New Roman" panose="02020603050405020304" charset="0"/>
                <a:cs typeface="Times New Roman" panose="02020603050405020304" charset="0"/>
              </a:rPr>
              <a:t>:  def numbers():</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yield 1</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yield 2</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yield 3</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gen = numbers()</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print(next(gen))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print(next(gen))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print(next(gen))</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Yield Keyword: The yield keyword is used to return a value from a generator without terminating the function.</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p:nvPr>
            <p:ph idx="1"/>
          </p:nvPr>
        </p:nvSpPr>
        <p:spPr>
          <a:xfrm>
            <a:off x="457200" y="327025"/>
            <a:ext cx="8229600" cy="6204585"/>
          </a:xfrm>
        </p:spPr>
        <p:txBody>
          <a:bodyPr>
            <a:noAutofit/>
          </a:bodyPr>
          <a:p>
            <a:pPr marL="0" indent="0">
              <a:buNone/>
            </a:pPr>
            <a:r>
              <a:rPr lang="en-US" altLang="en-US" sz="1600" b="1">
                <a:latin typeface="Times New Roman" panose="02020603050405020304" charset="0"/>
                <a:cs typeface="Times New Roman" panose="02020603050405020304" charset="0"/>
                <a:sym typeface="+mn-ea"/>
              </a:rPr>
              <a:t>Decorators in Python:</a:t>
            </a:r>
            <a:endParaRPr lang="en-US" altLang="en-US" sz="1600" b="1">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A decorator in Python is a function that is used to modify or extend the behavior of another function without changing its original code.</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Decorators allow adding extra functionality to an existing function by wrapping it with another function.</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b="1">
                <a:latin typeface="Times New Roman" panose="02020603050405020304" charset="0"/>
                <a:cs typeface="Times New Roman" panose="02020603050405020304" charset="0"/>
              </a:rPr>
              <a:t>Example:                    </a:t>
            </a:r>
            <a:r>
              <a:rPr lang="en-US" altLang="en-US" sz="1400">
                <a:latin typeface="Times New Roman" panose="02020603050405020304" charset="0"/>
                <a:cs typeface="Times New Roman" panose="02020603050405020304" charset="0"/>
              </a:rPr>
              <a:t>  def decorator(func): </a:t>
            </a:r>
            <a:endParaRPr lang="en-US" altLang="en-US" sz="1400">
              <a:latin typeface="Times New Roman" panose="02020603050405020304" charset="0"/>
              <a:cs typeface="Times New Roman" panose="02020603050405020304" charset="0"/>
            </a:endParaRPr>
          </a:p>
          <a:p>
            <a:pPr marL="1828800" lvl="4" indent="457200">
              <a:buNone/>
            </a:pPr>
            <a:r>
              <a:rPr lang="en-US" altLang="en-US" sz="1400">
                <a:latin typeface="Times New Roman" panose="02020603050405020304" charset="0"/>
                <a:cs typeface="Times New Roman" panose="02020603050405020304" charset="0"/>
              </a:rPr>
              <a:t>def wrapper():</a:t>
            </a:r>
            <a:endParaRPr lang="en-US" altLang="en-US" sz="1400">
              <a:latin typeface="Times New Roman" panose="02020603050405020304" charset="0"/>
              <a:cs typeface="Times New Roman" panose="02020603050405020304" charset="0"/>
            </a:endParaRPr>
          </a:p>
          <a:p>
            <a:pPr marL="2286000" lvl="5" indent="457200">
              <a:buNone/>
            </a:pPr>
            <a:r>
              <a:rPr lang="en-US" altLang="en-US" sz="1400">
                <a:latin typeface="Times New Roman" panose="02020603050405020304" charset="0"/>
                <a:cs typeface="Times New Roman" panose="02020603050405020304" charset="0"/>
              </a:rPr>
              <a:t> print("Before function execution")</a:t>
            </a: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func() </a:t>
            </a:r>
            <a:endParaRPr lang="en-US" altLang="en-US" sz="1400">
              <a:latin typeface="Times New Roman" panose="02020603050405020304" charset="0"/>
              <a:cs typeface="Times New Roman" panose="02020603050405020304" charset="0"/>
            </a:endParaRPr>
          </a:p>
          <a:p>
            <a:pPr marL="2743200" lvl="6" indent="457200">
              <a:buNone/>
            </a:pPr>
            <a:r>
              <a:rPr lang="en-US" altLang="en-US" sz="1400">
                <a:latin typeface="Times New Roman" panose="02020603050405020304" charset="0"/>
                <a:cs typeface="Times New Roman" panose="02020603050405020304" charset="0"/>
              </a:rPr>
              <a:t>print("After function execution") </a:t>
            </a:r>
            <a:endParaRPr lang="en-US" altLang="en-US" sz="1400">
              <a:latin typeface="Times New Roman" panose="02020603050405020304" charset="0"/>
              <a:cs typeface="Times New Roman" panose="02020603050405020304" charset="0"/>
            </a:endParaRPr>
          </a:p>
          <a:p>
            <a:pPr marL="3200400" lvl="7" indent="457200">
              <a:buNone/>
            </a:pPr>
            <a:r>
              <a:rPr lang="en-US" altLang="en-US" sz="1400">
                <a:latin typeface="Times New Roman" panose="02020603050405020304" charset="0"/>
                <a:cs typeface="Times New Roman" panose="02020603050405020304" charset="0"/>
              </a:rPr>
              <a:t>return wrapper</a:t>
            </a:r>
            <a:endParaRPr lang="en-US" altLang="en-US" sz="1400">
              <a:latin typeface="Times New Roman" panose="02020603050405020304" charset="0"/>
              <a:cs typeface="Times New Roman" panose="02020603050405020304" charset="0"/>
            </a:endParaRPr>
          </a:p>
          <a:p>
            <a:pPr marL="2743200" lvl="6" indent="457200">
              <a:buNone/>
            </a:pPr>
            <a:r>
              <a:rPr lang="en-US" altLang="en-US" sz="1400">
                <a:latin typeface="Times New Roman" panose="02020603050405020304" charset="0"/>
                <a:cs typeface="Times New Roman" panose="02020603050405020304" charset="0"/>
              </a:rPr>
              <a:t> @decorator</a:t>
            </a:r>
            <a:endParaRPr lang="en-US" altLang="en-US" sz="1400">
              <a:latin typeface="Times New Roman" panose="02020603050405020304" charset="0"/>
              <a:cs typeface="Times New Roman" panose="02020603050405020304" charset="0"/>
            </a:endParaRPr>
          </a:p>
          <a:p>
            <a:pPr marL="3200400" lvl="7" indent="457200">
              <a:buNone/>
            </a:pPr>
            <a:r>
              <a:rPr lang="en-US" altLang="en-US" sz="1400">
                <a:latin typeface="Times New Roman" panose="02020603050405020304" charset="0"/>
                <a:cs typeface="Times New Roman" panose="02020603050405020304" charset="0"/>
              </a:rPr>
              <a:t> def hello():</a:t>
            </a:r>
            <a:endParaRPr lang="en-US" altLang="en-US" sz="1400">
              <a:latin typeface="Times New Roman" panose="02020603050405020304" charset="0"/>
              <a:cs typeface="Times New Roman" panose="02020603050405020304" charset="0"/>
            </a:endParaRPr>
          </a:p>
          <a:p>
            <a:pPr marL="3657600" lvl="8" indent="457200">
              <a:buNone/>
            </a:pPr>
            <a:r>
              <a:rPr lang="en-US" altLang="en-US" sz="1400">
                <a:latin typeface="Times New Roman" panose="02020603050405020304" charset="0"/>
                <a:cs typeface="Times New Roman" panose="02020603050405020304" charset="0"/>
              </a:rPr>
              <a:t> print("Hello Python")</a:t>
            </a:r>
            <a:endParaRPr lang="en-US" altLang="en-US" sz="1400">
              <a:latin typeface="Times New Roman" panose="02020603050405020304" charset="0"/>
              <a:cs typeface="Times New Roman" panose="02020603050405020304" charset="0"/>
            </a:endParaRPr>
          </a:p>
          <a:p>
            <a:pPr marL="0" indent="0">
              <a:buNone/>
            </a:pPr>
            <a:endParaRPr lang="en-US" altLang="en-US" sz="1400">
              <a:latin typeface="Times New Roman" panose="02020603050405020304" charset="0"/>
              <a:cs typeface="Times New Roman" panose="02020603050405020304" charset="0"/>
            </a:endParaRPr>
          </a:p>
          <a:p>
            <a:pPr marL="0" indent="0">
              <a:buNone/>
            </a:pPr>
            <a:r>
              <a:rPr lang="en-US" altLang="en-US" sz="1400">
                <a:latin typeface="Times New Roman" panose="02020603050405020304" charset="0"/>
                <a:cs typeface="Times New Roman" panose="02020603050405020304" charset="0"/>
              </a:rPr>
              <a:t> 										hello()</a:t>
            </a:r>
            <a:endParaRPr lang="en-US" altLang="en-US" sz="14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5534</Words>
  <Application>WPS Presentation</Application>
  <PresentationFormat>On-screen Show (4:3)</PresentationFormat>
  <Paragraphs>128</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Arial</vt:lpstr>
      <vt:lpstr>Times New Roman</vt:lpstr>
      <vt:lpstr>Microsoft YaHei</vt:lpstr>
      <vt:lpstr>Arial Unicode MS</vt:lpstr>
      <vt:lpstr>Calibri</vt:lpstr>
      <vt:lpstr>Times New Roman</vt:lpstr>
      <vt:lpstr>Courier New</vt:lpstr>
      <vt:lpstr>Wingdings</vt:lpstr>
      <vt:lpstr>Office Theme</vt:lpstr>
      <vt:lpstr>LISTS &amp; STRINGS </vt:lpstr>
      <vt:lpstr>LIST</vt:lpstr>
      <vt:lpstr>PowerPoint 演示文稿</vt:lpstr>
      <vt:lpstr>STRINGS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SHIFA FATHIMA</cp:lastModifiedBy>
  <cp:revision>19</cp:revision>
  <dcterms:created xsi:type="dcterms:W3CDTF">2013-01-27T09:14:00Z</dcterms:created>
  <dcterms:modified xsi:type="dcterms:W3CDTF">2026-07-20T09:38:14Z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446E28FF2F1142B99E4417160E49D5F0_13</vt:lpwstr>
  </property>
  <property fmtid="{D5CDD505-2E9C-101B-9397-08002B2CF9AE}" pid="3" name="KSOProductBuildVer">
    <vt:lpwstr>1033-12.1.0.26880</vt:lpwstr>
  </property>
</Properties>
</file>