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0" r:id="rId6"/>
    <p:sldId id="259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5075"/>
            <a:ext cx="7424420" cy="3336925"/>
          </a:xfrm>
        </p:spPr>
        <p:txBody>
          <a:bodyPr/>
          <a:lstStyle/>
          <a:p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PEP8,LEGB,</a:t>
            </a:r>
            <a:br>
              <a:rPr lang="en-US" sz="36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BUILT-IN MODULES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"/>
            <a:ext cx="8229600" cy="6336665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PEP 8 Coding Style (Python): 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PEP 8 (Python Enhancement Proposal 8) is the official style guide for writing Python code. It provides conventions that make code readable, consistent, and easy to maintain.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1. Indentation: Python uses indentation to define code blocks. PEP 8 recommends using 4 spaces for each indentation level and not using tabs.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Key Point: Use 4 spaces for indentation; never mix tabs and spaces.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2. Docstrings: Docstrings are used to describe modules, classes, and functions. They are written using triple quotes (""" """).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Key Point: Always add docstrings to explain the purpose of functions and modules.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3. Maximum Line Length: Keep each line within 79 characters. Comments and docstrings should be 72 characters or less. Use parentheses to wrap long lines instead of backslashes.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Key Point: Keep code short and readable.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4. Blank Lines: Use 2 blank lines between top-level functions and classes, and 1 blank line between methods inside a class.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Key Point: Blank lines improve readability.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5. Import Statements: Place all imports at the top of the file. Use one import per line and group i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Organize imports logically.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0835"/>
            <a:ext cx="8229600" cy="6175375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6. Comments: Write clear and meaningful comments. Start comments with # followed by one space.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Comments should explain why, not what.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7. Spaces Around Operators: Use one space before and after operators.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Proper spacing improves readability.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8. Spaces After Commas: Always leave one space after commas.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Separate list items and arguments with a space after commas.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9. Naming Conventions: Use consistent naming styles: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Follow standard naming conventions for consistency.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10. Trailing Commas: Use trailing commas in multi-line lists, tuples, and dictionaries to improve readability and simplify future modifications.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Trailing commas make editing collections easier.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11. Class and Function Arguments: Use self as the first parameter of instance methods and cls as the first parameter of class methods.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Always use self for instance methods and cls for class methods.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9565"/>
            <a:ext cx="8229600" cy="6174740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LEGB Rule in Python: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Scope: A scope defines the hierarchical order in which namespaces are searched to find a variable (name). It determines the visibility and accessibility of variables in different parts of a program.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Namespaces in Python: A namespace is a container that maps names (variables, functions, classes, etc.) to objects. Namespaces help avoid conflicts when the same name is used in different parts of a program.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LEGB Rule: The LEGB Rule is the order in which Python searches for a variable name. It determines the scope (visibility) of variables.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LEGB stands for: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L – Local Scope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 – Enclosing Scope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G – Global Scope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B – Built-in Scope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1. Local Scope (L): Variables defined inside a function. They can only be accessed within that function.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Key Point: Local variables exist only inside the function where they are created.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2. Enclosing Scope (E): Variables defined in an outer (enclosing) function. Inner (nested) functions can access them.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327025"/>
            <a:ext cx="8229600" cy="6204585"/>
          </a:xfrm>
        </p:spPr>
        <p:txBody>
          <a:bodyPr>
            <a:noAutofit/>
          </a:bodyPr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Nested functions can access variables from their enclosing function.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Global Scope (G): Variables declared outside all functions. They can be accessed throughout the program.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Global variables are accessible from anywhere in the program.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4. Built-in Scope (B): Python's predefined names and functions such as print(), len(), type(), max(), and sum().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Built-in names are always available without importing any module.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Built-in Modules in Python: Python built-in modules are libraries that come pre-installed with Python. These modules provide a wide range of functionalities such as file handling, mathematical operations, date and time manipulation, system operations, and GUI development. Using built-in modules simplifies programming by promoting code reusability, efficiency, and faster development.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Examples: json, tkinter, random, math, datetime, os, sys.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1. JSON Module: The json module in Python is used to encode and decode JSON (JavaScript Object Notation) data. It is widely used for storing and exchanging data between applications and web services.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Converts Python objects to JSON and JSON data back to Python objects.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Tkinter Module: The tkinter module is the standard GUI (Graphical User Interface) library in Python. It is used to create windows, buttons, labels, text boxes, menus, and other desktop application components.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Used for developing desktop GUI applications.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Random Module: The random module is used to generate random numbers and perform random operations such as random.randint(), random.choice(), random.random(), and random.shuffle().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Useful for games, simulations, and random data generation.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327025"/>
            <a:ext cx="8229600" cy="6204585"/>
          </a:xfrm>
        </p:spPr>
        <p:txBody>
          <a:bodyPr>
            <a:noAutofit/>
          </a:bodyPr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4. Math Module: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math module provides mathematical functions and constants such as square root, factorial, trigonometric functions, logarithms, and constants like π (pi) and e.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Used for advanced mathematical calculations.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5. Datetime Module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datetime module is used to work with date and time values. It provides classes such as date, time, datetime, and timedelta for handling date and time operations.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Used to create, manipulate, and format dates and times.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6. OS Module: The os module is used to interact with the operating system. It provides functions for file and directory operations, managing paths, and launching applications.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Used for file system and operating system-related tasks.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7. Sys Module: The sys module provides access to system-specific parameters and functions. It is commonly used to access command-line arguments, Python version information, and interpreter settings.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Point: Used to interact with the Python interpreter and system environment.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5710</Words>
  <Application>WPS Presentation</Application>
  <PresentationFormat>On-screen Show (4:3)</PresentationFormat>
  <Paragraphs>97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Calibri</vt:lpstr>
      <vt:lpstr>Office Theme</vt:lpstr>
      <vt:lpstr>Recursion,generators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SHIFA FATHIMA</cp:lastModifiedBy>
  <cp:revision>20</cp:revision>
  <dcterms:created xsi:type="dcterms:W3CDTF">2013-01-27T09:14:00Z</dcterms:created>
  <dcterms:modified xsi:type="dcterms:W3CDTF">2026-07-21T11:52:40Z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446E28FF2F1142B99E4417160E49D5F0_13</vt:lpwstr>
  </property>
  <property fmtid="{D5CDD505-2E9C-101B-9397-08002B2CF9AE}" pid="3" name="KSOProductBuildVer">
    <vt:lpwstr>1033-12.1.0.26880</vt:lpwstr>
  </property>
</Properties>
</file>